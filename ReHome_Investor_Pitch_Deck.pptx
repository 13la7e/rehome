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05156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  <a:effectLst>
            <a:outerShdw sx="100000" sy="100000" kx="0" ky="0" algn="bl" rotWithShape="0" blurRad="25400" dist="50800" dir="2700000">
              <a:srgbClr val="C8D8C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325880"/>
            <a:ext cx="164592" cy="3566160"/>
          </a:xfrm>
          <a:prstGeom prst="rect">
            <a:avLst/>
          </a:prstGeom>
          <a:solidFill>
            <a:srgbClr val="1F8F5F"/>
          </a:solidFill>
          <a:ln w="12700">
            <a:solidFill>
              <a:srgbClr val="1F8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508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Household Clutter Into Community Impact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in minutes. Create measurable social and environmental value.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giving, built for real life.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donate, but the process is inconvenient and fragmented.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often do not know where items should go or what is accepted.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household goods still end up in landfills.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organizations face inconsistent item supply.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5989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friction is a behavior gap, not a motivation gap.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makes donation simple, trusted, and fast.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items from home in minutes.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matches donors with verified local partners for pickup.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get impact visibility and rewards that drive repeat behavior.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increasingly demand convenient sustainability options.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and brands need measurable social and environmental outcomes.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 initiatives are becoming mainstream.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lists an item quickly.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helps categorize and route it.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partner receives and coordinates pickup.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sees points, progress, and impact.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Stakeholders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Donors: easy decluttering, trusted giving, and rewards.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better incoming inventory and less outreach effort.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Cities/Enterprises: impact reporting inputs and waste-diversion data.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subscriptions for donation intake and operations.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rewards and brand partnerships.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reporting packages for municipalities and enterprises.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one city with dense partner coverage.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first on high-intent donor segments.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through partner channels, community campaigns, and referrals.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city-by-city with repeatable playbooks.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Solutions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3017520" cy="411480"/>
          </a:xfrm>
          <a:prstGeom prst="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202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828800"/>
            <a:ext cx="7040880" cy="411480"/>
          </a:xfrm>
          <a:prstGeom prst="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92024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267712"/>
            <a:ext cx="10058400" cy="0"/>
          </a:xfrm>
          <a:prstGeom prst="line">
            <a:avLst/>
          </a:prstGeom>
          <a:noFill/>
          <a:ln w="12700">
            <a:solidFill>
              <a:srgbClr val="D9E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3591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359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donation faster than alternatives and reward repeat use.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017520"/>
            <a:ext cx="10058400" cy="0"/>
          </a:xfrm>
          <a:prstGeom prst="line">
            <a:avLst/>
          </a:prstGeom>
          <a:noFill/>
          <a:ln w="12700">
            <a:solidFill>
              <a:srgbClr val="D9E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108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margin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1089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pickups and set minimum thresholds by zone.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767328"/>
            <a:ext cx="10058400" cy="0"/>
          </a:xfrm>
          <a:prstGeom prst="line">
            <a:avLst/>
          </a:prstGeom>
          <a:noFill/>
          <a:ln w="12700">
            <a:solidFill>
              <a:srgbClr val="D9E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858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mismatch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8587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partner preference filters and weekly balancing.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517136"/>
            <a:ext cx="10058400" cy="0"/>
          </a:xfrm>
          <a:prstGeom prst="line">
            <a:avLst/>
          </a:prstGeom>
          <a:noFill/>
          <a:ln w="12700">
            <a:solidFill>
              <a:srgbClr val="D9E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6085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abuse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60857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verification checkpoints and abuse detection rules.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5266944"/>
            <a:ext cx="10058400" cy="0"/>
          </a:xfrm>
          <a:prstGeom prst="line">
            <a:avLst/>
          </a:prstGeom>
          <a:noFill/>
          <a:ln w="12700">
            <a:solidFill>
              <a:srgbClr val="D9E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3583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535838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partner density and proprietary impact data.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repeat rate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completion rate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90-day retention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completed pickup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by city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diverted and lives impacted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PLAN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acquisition and onboarding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quality and reliability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growth and retention programs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compliance, and impact reporting infrastructure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6C47"/>
          </a:solidFill>
          <a:ln w="12700">
            <a:solidFill>
              <a:srgbClr val="146C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B7E2CC"/>
          </a:solidFill>
          <a:ln w="12700">
            <a:solidFill>
              <a:srgbClr val="B7E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93192"/>
            <a:ext cx="1371600" cy="310896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702552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Investor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6842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109728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capital to scale partner density in launch markets.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strong unit economics and repeat behavior loops.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ReHome as the trusted operating layer for circular giving.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5989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ReHome: where convenience meets impact.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ReHome Investor Pitch</dc:title>
  <dc:subject>Investor Pitch Deck</dc:subject>
  <dc:creator>ReHome</dc:creator>
  <cp:lastModifiedBy>ReHome</cp:lastModifiedBy>
  <cp:revision>1</cp:revision>
  <dcterms:created xsi:type="dcterms:W3CDTF">2026-04-06T00:02:52Z</dcterms:created>
  <dcterms:modified xsi:type="dcterms:W3CDTF">2026-04-06T00:02:52Z</dcterms:modified>
</cp:coreProperties>
</file>